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E19E2-9EA6-C75C-F6E1-63756DB42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DA95E9-510A-63F8-BA8F-C71514C5B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03A6CC-9497-2497-7CD7-625DFA0A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55F241-C65F-C1CB-004F-A8BB95B29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B9EF0-DC81-B869-7442-3686A949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7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B402E-42C6-D833-BE5D-32A25AD5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DCFCCC-56A0-7E56-6040-88B691E0F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ED8A16-9CC0-50EB-2BE9-CF00EE44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EE5FF9-5F80-68E3-661A-8F59FE9A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1EAE47-F798-042E-1DAD-E55D7B6E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72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52C98-5550-7921-4237-4E263CD0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CF7A0-5565-AA0F-B495-03ADE400F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06F31B-056C-5F9A-3855-8BB8EE9C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C5B037-7205-70A6-FF51-CFC7776B0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D2D17E-55F4-DA77-D762-6815380B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54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DC619-A10F-B32D-29BD-31ACBC2F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7F1A2F-46BF-AAFF-E189-D3F8DEA93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14219B-6D22-E633-DEF1-7FC804B1D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CAFA69-D1DD-E9BE-C9DE-848AD239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3086A6-CFB8-8E07-F8BD-B414079A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4FDDC-D37C-420E-EB14-19C16E48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0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6B252-E63B-3FC7-782A-321EF2A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525735-111B-0A2F-2E04-699850132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103FF6-CEBA-B709-410F-E852C5998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80E92D-46D1-29BA-A243-4DBB374F43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860273-A918-C844-B5FD-F57EB5A14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45D9C4-5E1D-CA3F-B3DE-2A38A2DC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4DA563-6975-A4CD-B199-9F40A5BA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751EFB-2515-1C22-D358-218E3E98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0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2F79A-8B40-387D-058B-9B34ADE1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EC845F-9498-7FB4-68F2-B67BC174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BA4689-5511-5F29-F809-CF89BC48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CC76DF-B708-11CA-F043-74BACFCA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304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EF99C4-F8FF-9A8C-9D04-269949CF8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9F6635-878D-52E7-A755-79D1805E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C23ED5-DFCD-1023-8417-FA282420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45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97CFE-86CC-B68C-99CC-54EEADD3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60AF3-CFC9-99BB-BC9D-4F5012C1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E0A2DE-B2D9-54C9-9BD6-D18C30390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E5CED0-A929-F748-4F9B-B23D4EE8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E56AFD-3DE6-B617-4735-C42A0426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9E13BD-692C-226C-2186-F296B61E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35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ABF36-2862-42DD-42DB-7BA1E403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E3C120-3768-7EF1-C775-E4C1408C81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E3DD8B-399B-3720-0B73-A369854FA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88CF35-711D-2FDE-B83C-9A1CD88A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C361B3-6BEE-AE4E-D400-6AF41BBD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0CA71A-ED62-7576-707C-4D4B11F2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37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7F5BB-452D-D26B-494E-67B3E391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8D0775-062E-CD3C-94B6-F8736CB31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12BBE8-C42B-6B85-2A12-50F2728E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F0619-6FC1-C793-CE64-A1273E2C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074CA4-1A98-3738-E6D4-AF19002D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24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82EABD-2F8D-491D-6354-D7338EF4E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9A21F-A918-7AE1-3387-9F98E52DA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F322B-5E62-C26E-FFC7-4579A9EE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AED685-74EB-4BFC-C850-F78D455A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CB1E7-5513-70B3-68DB-D7E4326E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2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ECD012-D0C1-B195-426F-50D7565D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CD5FCD-4F4D-AB14-5097-2897487AE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8FEA9F-BCB0-1B5B-90CF-9B455A7F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AB710-B557-4D8C-AE16-059B16D39C86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3A13F5-574A-1552-3F9E-6303BE1A1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5557E1-A985-05A6-DF8F-00FBAAE9E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70DFF-3D0E-4493-A6F7-1D8129590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89DEAD67-7117-7B92-3879-5FFFF06CE14E}"/>
              </a:ext>
            </a:extLst>
          </p:cNvPr>
          <p:cNvGrpSpPr/>
          <p:nvPr/>
        </p:nvGrpSpPr>
        <p:grpSpPr>
          <a:xfrm>
            <a:off x="142733" y="109846"/>
            <a:ext cx="6649942" cy="3657006"/>
            <a:chOff x="142733" y="109846"/>
            <a:chExt cx="6649942" cy="365700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C79BB69-9922-BA3D-E399-79DE4EFF8A1A}"/>
                </a:ext>
              </a:extLst>
            </p:cNvPr>
            <p:cNvSpPr/>
            <p:nvPr/>
          </p:nvSpPr>
          <p:spPr>
            <a:xfrm>
              <a:off x="142733" y="109846"/>
              <a:ext cx="4749421" cy="36371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bg2">
                      <a:lumMod val="10000"/>
                    </a:schemeClr>
                  </a:solidFill>
                </a:rPr>
                <a:t>채팅창</a:t>
              </a:r>
              <a:endParaRPr lang="ko-KR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204C448-64E4-0DFC-80A5-7C72151C26F5}"/>
                </a:ext>
              </a:extLst>
            </p:cNvPr>
            <p:cNvSpPr/>
            <p:nvPr/>
          </p:nvSpPr>
          <p:spPr>
            <a:xfrm>
              <a:off x="5145898" y="109846"/>
              <a:ext cx="1632589" cy="12502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50" dirty="0">
                <a:solidFill>
                  <a:schemeClr val="bg2">
                    <a:lumMod val="10000"/>
                  </a:schemeClr>
                </a:solidFill>
              </a:endParaRPr>
            </a:p>
            <a:p>
              <a:pPr algn="ctr"/>
              <a:endParaRPr lang="ko-KR" altLang="en-US" sz="105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1D21EC-5364-A232-6921-AAEF4DE48B56}"/>
                </a:ext>
              </a:extLst>
            </p:cNvPr>
            <p:cNvSpPr txBox="1"/>
            <p:nvPr/>
          </p:nvSpPr>
          <p:spPr>
            <a:xfrm>
              <a:off x="5145898" y="109846"/>
              <a:ext cx="11897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현재 지역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717C5D2-A8A9-9A72-1D38-64D407C08B80}"/>
                </a:ext>
              </a:extLst>
            </p:cNvPr>
            <p:cNvCxnSpPr/>
            <p:nvPr/>
          </p:nvCxnSpPr>
          <p:spPr>
            <a:xfrm>
              <a:off x="5145898" y="386845"/>
              <a:ext cx="16325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0D6DF1-3F89-A7BB-1B2D-CB8105015D84}"/>
                </a:ext>
              </a:extLst>
            </p:cNvPr>
            <p:cNvSpPr txBox="1"/>
            <p:nvPr/>
          </p:nvSpPr>
          <p:spPr>
            <a:xfrm>
              <a:off x="5095460" y="402234"/>
              <a:ext cx="160332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현재 지역의 사람 목록</a:t>
              </a:r>
              <a:endParaRPr lang="en-US" altLang="ko-KR" sz="1100" dirty="0"/>
            </a:p>
            <a:p>
              <a:r>
                <a:rPr lang="en-US" altLang="ko-KR" sz="1100" dirty="0"/>
                <a:t>person1</a:t>
              </a:r>
            </a:p>
            <a:p>
              <a:r>
                <a:rPr lang="en-US" altLang="ko-KR" sz="1100" dirty="0"/>
                <a:t>person2</a:t>
              </a:r>
            </a:p>
            <a:p>
              <a:r>
                <a:rPr lang="en-US" altLang="ko-KR" sz="1100" dirty="0"/>
                <a:t>person3...</a:t>
              </a:r>
              <a:endParaRPr lang="ko-KR" altLang="en-US" sz="1100" dirty="0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DC936C9-70DB-936B-1ADB-743550EEC4B6}"/>
                </a:ext>
              </a:extLst>
            </p:cNvPr>
            <p:cNvCxnSpPr/>
            <p:nvPr/>
          </p:nvCxnSpPr>
          <p:spPr>
            <a:xfrm>
              <a:off x="142733" y="3306417"/>
              <a:ext cx="47494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4A5CA3-09AD-07A4-A9AD-A9910C26E005}"/>
                </a:ext>
              </a:extLst>
            </p:cNvPr>
            <p:cNvSpPr txBox="1"/>
            <p:nvPr/>
          </p:nvSpPr>
          <p:spPr>
            <a:xfrm>
              <a:off x="142733" y="3372807"/>
              <a:ext cx="11256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채팅 입력</a:t>
              </a:r>
              <a:r>
                <a:rPr lang="en-US" altLang="ko-KR" sz="1400" dirty="0"/>
                <a:t>....</a:t>
              </a:r>
              <a:endParaRPr lang="ko-KR" altLang="en-US" sz="14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D009740-EF67-4517-5A1B-EB0CD428971A}"/>
                </a:ext>
              </a:extLst>
            </p:cNvPr>
            <p:cNvSpPr/>
            <p:nvPr/>
          </p:nvSpPr>
          <p:spPr>
            <a:xfrm>
              <a:off x="5145898" y="1434167"/>
              <a:ext cx="1632589" cy="23326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050" dirty="0">
                <a:solidFill>
                  <a:schemeClr val="bg2">
                    <a:lumMod val="10000"/>
                  </a:schemeClr>
                </a:solidFill>
              </a:endParaRPr>
            </a:p>
            <a:p>
              <a:pPr algn="ctr"/>
              <a:endParaRPr lang="ko-KR" altLang="en-US" sz="105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B208C8B-AA6D-5AD5-9FAF-FBA22ABC32FB}"/>
                </a:ext>
              </a:extLst>
            </p:cNvPr>
            <p:cNvSpPr txBox="1"/>
            <p:nvPr/>
          </p:nvSpPr>
          <p:spPr>
            <a:xfrm>
              <a:off x="5247861" y="1526552"/>
              <a:ext cx="1420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메모장 기능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0F50D5-A523-8FE4-5923-07F53CB0C51C}"/>
                </a:ext>
              </a:extLst>
            </p:cNvPr>
            <p:cNvSpPr txBox="1"/>
            <p:nvPr/>
          </p:nvSpPr>
          <p:spPr>
            <a:xfrm>
              <a:off x="5123628" y="1928410"/>
              <a:ext cx="16690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/>
                <a:t>예시</a:t>
              </a:r>
              <a:r>
                <a:rPr lang="en-US" altLang="ko-KR" sz="1050" dirty="0"/>
                <a:t>) person1 </a:t>
              </a:r>
              <a:r>
                <a:rPr lang="ko-KR" altLang="en-US" sz="1050" dirty="0"/>
                <a:t>사자 의심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934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김지원</dc:creator>
  <cp:lastModifiedBy>김지원</cp:lastModifiedBy>
  <cp:revision>1</cp:revision>
  <dcterms:created xsi:type="dcterms:W3CDTF">2026-01-07T07:06:21Z</dcterms:created>
  <dcterms:modified xsi:type="dcterms:W3CDTF">2026-01-07T07:11:44Z</dcterms:modified>
</cp:coreProperties>
</file>